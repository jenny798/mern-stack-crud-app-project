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Website (MERN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</a:t>
            </a:r>
          </a:p>
          <a:p>
            <a:r>
              <a:t>Developed a full-stack ecommerce platform using MERN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online shopping platform with user-friendly UI and secure backend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MongoDB, Express.js, React.js, Node.js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Authentication, Product Listing, Cart,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React, responsive UI, reusable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APIs with Node &amp; Express, JWT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used to store users, products, and 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products, users, and orders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management, API integration, debugging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 scalable ecommerce app with MERN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